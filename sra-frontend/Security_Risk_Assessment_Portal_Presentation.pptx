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A8A"/>
                </a:solidFill>
              </a:defRPr>
            </a:pPr>
            <a:r>
              <a:t>Security Risk Assessment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A Privacy Impact Assessment (PIA)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Team Members:</a:t>
            </a:r>
          </a:p>
          <a:p>
            <a:r>
              <a:t>[Name 1] | [Name 2] | [Name 3]</a:t>
            </a:r>
          </a:p>
          <a:p/>
          <a:p>
            <a:r>
              <a:t>Date: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 Security Risk Assessment Portal?</a:t>
            </a:r>
          </a:p>
          <a:p>
            <a:pPr lvl="1"/>
            <a:r>
              <a:t>• Automated platform for managing Privacy Impact Assessments (PIA) and DPIA</a:t>
            </a:r>
          </a:p>
          <a:p>
            <a:pPr lvl="1"/>
            <a:r>
              <a:t>• System Owners submit detailed assessments about data collection</a:t>
            </a:r>
          </a:p>
          <a:p>
            <a:pPr lvl="1"/>
            <a:r>
              <a:t>• Approvers review submissions and request clarifications</a:t>
            </a:r>
          </a:p>
          <a:p>
            <a:pPr lvl="1"/>
            <a:r>
              <a:t>• Automated screening to determine assessment requirements</a:t>
            </a:r>
          </a:p>
          <a:p>
            <a:pPr lvl="1"/>
            <a:r>
              <a:t>• Comprehensive audit trail of all responses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Regulatory Landscape</a:t>
            </a:r>
          </a:p>
          <a:p>
            <a:pPr lvl="1"/>
            <a:r>
              <a:t>• GDPR requires DPIA for high-risk processing</a:t>
            </a:r>
          </a:p>
          <a:p>
            <a:pPr lvl="1"/>
            <a:r>
              <a:t>• Organizations must assess privacy risks before processing personal data</a:t>
            </a:r>
          </a:p>
          <a:p>
            <a:pPr lvl="1"/>
            <a:r>
              <a:t>• Need for systematic documentation and review processes</a:t>
            </a:r>
          </a:p>
          <a:p>
            <a:r>
              <a:t>Existing Challenges</a:t>
            </a:r>
          </a:p>
          <a:p>
            <a:pPr lvl="1"/>
            <a:r>
              <a:t>• Manual processes are time-consuming</a:t>
            </a:r>
          </a:p>
          <a:p>
            <a:pPr lvl="1"/>
            <a:r>
              <a:t>• Lack of standardized questionnaires</a:t>
            </a:r>
          </a:p>
          <a:p>
            <a:pPr lvl="1"/>
            <a:r>
              <a:t>• Difficult to track assessment status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Drivers</a:t>
            </a:r>
          </a:p>
          <a:p>
            <a:pPr lvl="1"/>
            <a:r>
              <a:t>1. Compliance: Meet GDPR/DPIA regulatory requirements</a:t>
            </a:r>
          </a:p>
          <a:p>
            <a:pPr lvl="1"/>
            <a:r>
              <a:t>2. Efficiency: Automate manual assessment workflows</a:t>
            </a:r>
          </a:p>
          <a:p>
            <a:pPr lvl="1"/>
            <a:r>
              <a:t>3. Transparency: Maintain clear audit trails</a:t>
            </a:r>
          </a:p>
          <a:p>
            <a:pPr lvl="1"/>
            <a:r>
              <a:t>4. Collaboration: Enable seamless communication</a:t>
            </a:r>
          </a:p>
          <a:p>
            <a:pPr lvl="1"/>
            <a:r>
              <a:t>5. Scalability: Handle multiple assessments simultaneously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Problems Addressed</a:t>
            </a:r>
          </a:p>
          <a:p>
            <a:pPr lvl="1"/>
            <a:r>
              <a:t>Problem 1: Manual Assessment Process</a:t>
            </a:r>
          </a:p>
          <a:p>
            <a:pPr lvl="2"/>
            <a:r>
              <a:t>• Email/paper-based submissions, no standardized format</a:t>
            </a:r>
          </a:p>
          <a:p>
            <a:pPr lvl="1"/>
            <a:r>
              <a:t>Problem 2: Lack of Collaboration</a:t>
            </a:r>
          </a:p>
          <a:p>
            <a:pPr lvl="2"/>
            <a:r>
              <a:t>• No direct communication, multiple email exchanges</a:t>
            </a:r>
          </a:p>
          <a:p>
            <a:pPr lvl="1"/>
            <a:r>
              <a:t>Problem 3: Inefficient Screening</a:t>
            </a:r>
          </a:p>
          <a:p>
            <a:pPr lvl="2"/>
            <a:r>
              <a:t>• Manual determination, no automated routing</a:t>
            </a:r>
          </a:p>
          <a:p>
            <a:pPr lvl="1"/>
            <a:r>
              <a:t>Problem 4: Data Management</a:t>
            </a:r>
          </a:p>
          <a:p>
            <a:pPr lvl="2"/>
            <a:r>
              <a:t>• Scattered responses, no centralized repository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 Requirements</a:t>
            </a:r>
          </a:p>
          <a:p>
            <a:pPr lvl="1"/>
            <a:r>
              <a:t>1. User Management: Role-based access (System Owners, Approvers)</a:t>
            </a:r>
          </a:p>
          <a:p>
            <a:pPr lvl="1"/>
            <a:r>
              <a:t>2. Assessment Creation: Create and submit assessments</a:t>
            </a:r>
          </a:p>
          <a:p>
            <a:pPr lvl="1"/>
            <a:r>
              <a:t>3. Screening Questionnaire: 30+ questions covering data processing</a:t>
            </a:r>
          </a:p>
          <a:p>
            <a:pPr lvl="1"/>
            <a:r>
              <a:t>4. Review Process: Review, request clarifications, approve/reject</a:t>
            </a:r>
          </a:p>
          <a:p>
            <a:pPr lvl="1"/>
            <a:r>
              <a:t>5. Chat System: Real-time communication for clarifications</a:t>
            </a:r>
          </a:p>
          <a:p>
            <a:pPr lvl="1"/>
            <a:r>
              <a:t>6. Status Management: Track assessment lifecycle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-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Stack</a:t>
            </a:r>
          </a:p>
          <a:p>
            <a:pPr lvl="1"/>
            <a:r>
              <a:t>Frontend:</a:t>
            </a:r>
          </a:p>
          <a:p>
            <a:pPr lvl="2"/>
            <a:r>
              <a:t>• React.js with Material-UI (MUI)</a:t>
            </a:r>
          </a:p>
          <a:p>
            <a:pPr lvl="2"/>
            <a:r>
              <a:t>• React Router for navigation</a:t>
            </a:r>
          </a:p>
          <a:p>
            <a:pPr lvl="2"/>
            <a:r>
              <a:t>• Context API for authentication</a:t>
            </a:r>
          </a:p>
          <a:p>
            <a:pPr lvl="1"/>
            <a:r>
              <a:t>Backend:</a:t>
            </a:r>
          </a:p>
          <a:p>
            <a:pPr lvl="2"/>
            <a:r>
              <a:t>• FastAPI (Python) - RESTful API</a:t>
            </a:r>
          </a:p>
          <a:p>
            <a:pPr lvl="2"/>
            <a:r>
              <a:t>• SQLModel for database ORM</a:t>
            </a:r>
          </a:p>
          <a:p>
            <a:pPr lvl="2"/>
            <a:r>
              <a:t>• SQLite database (scalable to PostgreSQL)</a:t>
            </a:r>
          </a:p>
          <a:p>
            <a:pPr lvl="2"/>
            <a:r>
              <a:t>• JWT authentication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- 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Capabilities</a:t>
            </a:r>
          </a:p>
          <a:p>
            <a:pPr lvl="1"/>
            <a:r>
              <a:t>1. Intelligent Screening</a:t>
            </a:r>
          </a:p>
          <a:p>
            <a:pPr lvl="2"/>
            <a:r>
              <a:t>   • Auto-completion if no personal data collected</a:t>
            </a:r>
          </a:p>
          <a:p>
            <a:pPr lvl="2"/>
            <a:r>
              <a:t>   • Conditional question flow based on answers</a:t>
            </a:r>
          </a:p>
          <a:p>
            <a:pPr lvl="1"/>
            <a:r>
              <a:t>2. Comprehensive Questionnaire</a:t>
            </a:r>
          </a:p>
          <a:p>
            <a:pPr lvl="2"/>
            <a:r>
              <a:t>   • 30+ questions across 5 pages</a:t>
            </a:r>
          </a:p>
          <a:p>
            <a:pPr lvl="2"/>
            <a:r>
              <a:t>   • Multiple question types: Boolean, Text, Multiselect, Dropdown</a:t>
            </a:r>
          </a:p>
          <a:p>
            <a:pPr lvl="1"/>
            <a:r>
              <a:t>3. Collaboration Tools</a:t>
            </a:r>
          </a:p>
          <a:p>
            <a:pPr lvl="2"/>
            <a:r>
              <a:t>   • Thread-based chat system</a:t>
            </a:r>
          </a:p>
          <a:p>
            <a:pPr lvl="2"/>
            <a:r>
              <a:t>   • Multiple clarifications per question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- User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Owner Workflow</a:t>
            </a:r>
          </a:p>
          <a:p>
            <a:pPr lvl="1"/>
            <a:r>
              <a:t>1. Create new assessment</a:t>
            </a:r>
          </a:p>
          <a:p>
            <a:pPr lvl="1"/>
            <a:r>
              <a:t>2. Answer screening questions (paginated)</a:t>
            </a:r>
          </a:p>
          <a:p>
            <a:pPr lvl="1"/>
            <a:r>
              <a:t>3. Submit assessment</a:t>
            </a:r>
          </a:p>
          <a:p>
            <a:pPr lvl="1"/>
            <a:r>
              <a:t>4. Receive clarification requests</a:t>
            </a:r>
          </a:p>
          <a:p>
            <a:pPr lvl="1"/>
            <a:r>
              <a:t>5. Edit responses and resubmit</a:t>
            </a:r>
          </a:p>
          <a:p>
            <a:r>
              <a:t>Approver Workflow</a:t>
            </a:r>
          </a:p>
          <a:p>
            <a:pPr lvl="1"/>
            <a:r>
              <a:t>1. View all submitted assessments</a:t>
            </a:r>
          </a:p>
          <a:p>
            <a:pPr lvl="1"/>
            <a:r>
              <a:t>2. Review responses and raise clarifications</a:t>
            </a:r>
          </a:p>
          <a:p>
            <a:pPr lvl="1"/>
            <a:r>
              <a:t>3. Mark as Completed or Red Flag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Preliminary Experiments - System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Functionalities Demonstrated</a:t>
            </a:r>
          </a:p>
          <a:p>
            <a:pPr lvl="1"/>
            <a:r>
              <a:t>Demo Flow:</a:t>
            </a:r>
          </a:p>
          <a:p>
            <a:pPr lvl="2"/>
            <a:r>
              <a:t>1. Login &amp; Dashboard: Role-based access</a:t>
            </a:r>
          </a:p>
          <a:p>
            <a:pPr lvl="2"/>
            <a:r>
              <a:t>2. Create Assessment: System Owner creates new assessment</a:t>
            </a:r>
          </a:p>
          <a:p>
            <a:pPr lvl="2"/>
            <a:r>
              <a:t>3. Screening Process: Answer 30+ questions with conditional logic</a:t>
            </a:r>
          </a:p>
          <a:p>
            <a:pPr lvl="2"/>
            <a:r>
              <a:t>4. Review Process: Approver views assessment</a:t>
            </a:r>
          </a:p>
          <a:p>
            <a:pPr lvl="2"/>
            <a:r>
              <a:t>5. Clarification: Approver raises questions on multiple questions</a:t>
            </a:r>
          </a:p>
          <a:p>
            <a:pPr lvl="2"/>
            <a:r>
              <a:t>6. Response: System Owner edits and responds</a:t>
            </a:r>
          </a:p>
          <a:p>
            <a:pPr lvl="2"/>
            <a:r>
              <a:t>7. Completion: Approver marks as completed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Preliminary Experiments -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Performance &amp; Usability</a:t>
            </a:r>
          </a:p>
          <a:p>
            <a:pPr lvl="1"/>
            <a:r>
              <a:t>Performance Metrics:</a:t>
            </a:r>
          </a:p>
          <a:p>
            <a:pPr lvl="2"/>
            <a:r>
              <a:t>• Fast page load times (&lt; 2 seconds)</a:t>
            </a:r>
          </a:p>
          <a:p>
            <a:pPr lvl="2"/>
            <a:r>
              <a:t>• Smooth pagination between question pages</a:t>
            </a:r>
          </a:p>
          <a:p>
            <a:pPr lvl="2"/>
            <a:r>
              <a:t>• Efficient API responses</a:t>
            </a:r>
          </a:p>
          <a:p>
            <a:pPr lvl="1"/>
            <a:r>
              <a:t>User Experience:</a:t>
            </a:r>
          </a:p>
          <a:p>
            <a:pPr lvl="2"/>
            <a:r>
              <a:t>• Intuitive navigation</a:t>
            </a:r>
          </a:p>
          <a:p>
            <a:pPr lvl="2"/>
            <a:r>
              <a:t>• Clear visual indicators (orange borders for clarifications)</a:t>
            </a:r>
          </a:p>
          <a:p>
            <a:pPr lvl="2"/>
            <a:r>
              <a:t>• Responsive design (works on mobile/tablet)</a:t>
            </a:r>
          </a:p>
          <a:p>
            <a:pPr lvl="1"/>
            <a:r>
              <a:t>Challenges Addressed: ✅ Automated screening ✅ Standardized questionnaire ✅ Centralized repository ✅ Real-time collaboration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Achievements</a:t>
            </a:r>
          </a:p>
          <a:p>
            <a:pPr lvl="1"/>
            <a:r>
              <a:t>✅ Fully functional SRA Portal</a:t>
            </a:r>
          </a:p>
          <a:p>
            <a:pPr lvl="1"/>
            <a:r>
              <a:t>✅ Role-based access control</a:t>
            </a:r>
          </a:p>
          <a:p>
            <a:pPr lvl="1"/>
            <a:r>
              <a:t>✅ Comprehensive screening questionnaire</a:t>
            </a:r>
          </a:p>
          <a:p>
            <a:pPr lvl="1"/>
            <a:r>
              <a:t>✅ Real-time collaboration features</a:t>
            </a:r>
          </a:p>
          <a:p>
            <a:pPr lvl="1"/>
            <a:r>
              <a:t>✅ Complete audit trail</a:t>
            </a:r>
          </a:p>
          <a:p>
            <a:r>
              <a:t>Future Enhancements</a:t>
            </a:r>
          </a:p>
          <a:p>
            <a:pPr lvl="1"/>
            <a:r>
              <a:t>1. Advanced Analytics: Dashboard with assessment statistics</a:t>
            </a:r>
          </a:p>
          <a:p>
            <a:pPr lvl="1"/>
            <a:r>
              <a:t>2. Export Functionality: PDF/Excel reports</a:t>
            </a:r>
          </a:p>
          <a:p>
            <a:pPr lvl="1"/>
            <a:r>
              <a:t>3. Email Notifications: Automated alerts</a:t>
            </a:r>
          </a:p>
          <a:p>
            <a:pPr lvl="1"/>
            <a:r>
              <a:t>4. Multi-tenant Support: Organization-level isolation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E3A8A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Contact: [Email addresses]</a:t>
            </a:r>
          </a:p>
          <a:p>
            <a:r>
              <a:t>GitHub: [Repository URL]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